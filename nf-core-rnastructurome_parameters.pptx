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nf-core/rnastructurome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4A148"/>
                </a:solidFill>
              </a:rPr>
              <a:t>Pipeline Parameters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</a:rPr>
              <a:t>Chemical-probing high-throughput RNA structure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Input / Output &amp; Reference Genome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170432"/>
            <a:ext cx="2670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43000"/>
            <a:ext cx="118872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170432"/>
            <a:ext cx="11155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43000"/>
            <a:ext cx="7616952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170432"/>
            <a:ext cx="7543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1732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42646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41732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2646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Path to samplesheet CSV (required).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5963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6878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--outdir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65963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66878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65963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66878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Output directory for results (required).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90195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91109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--email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90195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91109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90195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91109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Email address for pipeline completion summary.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4426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15341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--fasta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14426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15341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14426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15341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Path to transcript FASTA (optional; auto-resolved from organism if omitted).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38658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39572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--gtf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38658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239572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38658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239572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Path to GTF annotation (optional; auto-downloaded from Ensembl if omitted).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628900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263804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--ensembl_release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2628900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263804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current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2628900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263804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Ensembl release for FASTA/GTF auto-resolution (e.g. '114' or 'current').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871216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88036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--ensembl_base_url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2871216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288036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https://ftp.ensembl.org/pub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60" y="2871216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288036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Ensembl FTP base URL.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Sample Metadata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170432"/>
            <a:ext cx="2670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43000"/>
            <a:ext cx="118872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170432"/>
            <a:ext cx="11155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43000"/>
            <a:ext cx="7616952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170432"/>
            <a:ext cx="7543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--organism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1732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42646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41732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2646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Global fallback organism (e.g. 'Homo sapiens'); can be set per-sample in the samplesheet.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5963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6878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--method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65963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66878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65963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66878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Global fallback probing method (e.g. 'DMS', 'SHAPE'); overridden per-sample.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90195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91109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--principle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90195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91109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90195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91109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Global fallback principle: 'RT-stop' or 'MaP'; overridden per-sample.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4426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15341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--umi_pattern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14426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15341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14426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15341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UMI barcode pattern (enables umi-tools extract when set); overridden per-sample.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38658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39572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--fuzzy_untreated_pairing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38658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239572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4A148"/>
                </a:solidFill>
              </a:rPr>
              <a:t>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38658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239572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Match treated groups to untreated by shared sample_group base token when no exact match exists.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Read Trimming — Cutadapt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170432"/>
            <a:ext cx="2670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43000"/>
            <a:ext cx="118872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170432"/>
            <a:ext cx="11155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43000"/>
            <a:ext cx="7616952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170432"/>
            <a:ext cx="7543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--cutadapt_adapter_3p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1732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42646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AGATCGGAAGAGC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41732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2646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3′ adapter sequence(s). Per-sample column overrides this.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5963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6878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--cutadapt_adapter_5p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65963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66878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AGATCGGAAGAGC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65963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66878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5′ adapter sequence(s). Per-sample column overrides this.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90195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91109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--cutadapt_quality_only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90195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91109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90195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91109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Skip adapter trimming; apply quality/length trimming only.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4426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15341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--cutadapt_3quality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14426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15341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14426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15341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3′ quality trimming threshold (Phred).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38658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39572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--cutadapt_5quality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38658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239572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38658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239572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5′ quality trimming threshold (MaP only; RT-stop forced to 0).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628900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263804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--cutadapt_len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2628900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263804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25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2628900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263804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Minimum read length kept after trimming (bp).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871216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88036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--cutadapt_min_align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2871216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288036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60" y="2871216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288036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Minimum adapter overlap (nt) required to trim.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113532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312267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--cutadapt_trim_n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3113532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312267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4A148"/>
                </a:solidFill>
              </a:rPr>
              <a:t>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0" y="3113532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312267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Trim terminal N bases from reads.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Alignment — General &amp; STAR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170432"/>
            <a:ext cx="2670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43000"/>
            <a:ext cx="118872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170432"/>
            <a:ext cx="11155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43000"/>
            <a:ext cx="7616952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170432"/>
            <a:ext cx="7543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--transcriptome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1732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42646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41732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2646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Align to transcriptome FASTA with Bowtie/Bowtie2. Default: genome FASTA + STAR.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5963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6878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--skip_markdup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65963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66878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4A148"/>
                </a:solidFill>
              </a:rPr>
              <a:t>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65963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66878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Skip duplicate marking (correct for RT-stop; UMI libraries still deduplicated).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90195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91109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--star_multimap_nmax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90195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91109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90195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91109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User param: max loci per read (--outFilterMultimapNmax). Reads exceeding this are discarded.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4426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15341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--star_map_sjdb_overhang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14426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15341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14426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15341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User param: STAR --sjdbOverhang for MaP mode (ideally readLength-1; 200 suits 201 bp reads).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Alignment — STAR Fixed Flags (modules.config)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760720" cy="256032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61288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STAR_ALIGN_RTSTOP  (RT-stop)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99032"/>
            <a:ext cx="2194560" cy="23774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" y="141732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Flag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399032"/>
            <a:ext cx="868680" cy="23774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1176" y="141732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399032"/>
            <a:ext cx="2468880" cy="23774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41732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Note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36776"/>
            <a:ext cx="219456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" y="1645920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--outFilterMultimapNmax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1636776"/>
            <a:ext cx="8686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1645920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24A148"/>
                </a:solidFill>
                <a:latin typeface="Courier New"/>
              </a:rPr>
              <a:t>star_multimap_nmax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636776"/>
            <a:ext cx="24688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9856" y="1645920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Max multi-mapping loci (user param).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869948"/>
            <a:ext cx="219456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" y="1879092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--outFilterMismatchNmax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1869948"/>
            <a:ext cx="8686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51176" y="1879092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999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1869948"/>
            <a:ext cx="24688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9856" y="1879092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Effectively unlimited mismatch count (filtered by fraction below).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103120"/>
            <a:ext cx="219456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2112264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--outFilterMismatchNoverReadLmax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2103120"/>
            <a:ext cx="8686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51176" y="2112264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0.04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2103120"/>
            <a:ext cx="24688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9856" y="2112264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≤4% of read length may mismatch (strict; ~2 mm at 50 bp).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336292"/>
            <a:ext cx="219456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2345436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--alignSJoverhangMin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4600" y="2336292"/>
            <a:ext cx="8686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51176" y="2345436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2336292"/>
            <a:ext cx="24688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19856" y="2345436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Minimum unannotated splice-junction overhang.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569464"/>
            <a:ext cx="219456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" y="2578608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--alignSJDBoverhangMin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14600" y="2569464"/>
            <a:ext cx="8686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51176" y="2578608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2569464"/>
            <a:ext cx="24688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19856" y="2578608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Minimum annotated splice-junction overhang.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2802636"/>
            <a:ext cx="219456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" y="2811780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--alignIntronMin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14600" y="2802636"/>
            <a:ext cx="8686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51176" y="2811780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2802636"/>
            <a:ext cx="24688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19856" y="2811780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Minimum intron size.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035808"/>
            <a:ext cx="219456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16" y="3044952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--alignIntronMax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14600" y="3035808"/>
            <a:ext cx="8686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51176" y="3044952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1 000 000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83280" y="3035808"/>
            <a:ext cx="24688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19856" y="3044952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Maximum intron size.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268980"/>
            <a:ext cx="219456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6616" y="3278124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--alignMatesGapMax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14600" y="3268980"/>
            <a:ext cx="8686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51176" y="3278124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1 000 000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3280" y="3268980"/>
            <a:ext cx="24688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19856" y="3278124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Maximum gap between paired mates.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3502152"/>
            <a:ext cx="219456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6616" y="3511296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--alignEndsType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14600" y="3502152"/>
            <a:ext cx="8686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51176" y="3511296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Extend5pOfRead1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83280" y="3502152"/>
            <a:ext cx="24688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19856" y="3511296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End-alignment mode for RT-stop.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3735324"/>
            <a:ext cx="219456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6616" y="3744468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--outFilterScoreMinOverLread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14600" y="3735324"/>
            <a:ext cx="8686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51176" y="3744468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0.15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83280" y="3735324"/>
            <a:ext cx="24688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19856" y="3744468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Minimum alignment score as fraction of read length.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3968496"/>
            <a:ext cx="219456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6616" y="3977640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--outFilterMatchNminOverLread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514600" y="3968496"/>
            <a:ext cx="8686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51176" y="3977640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0.15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383280" y="3968496"/>
            <a:ext cx="24688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419856" y="3977640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Minimum matched bases as fraction of read length.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4201668"/>
            <a:ext cx="219456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56616" y="4210812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--outSAMattributes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14600" y="4201668"/>
            <a:ext cx="8686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551176" y="4210812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NH HI AS NM MD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383280" y="4201668"/>
            <a:ext cx="24688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19856" y="4210812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SAM attributes written to output.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1143000"/>
            <a:ext cx="5760720" cy="256032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9360" y="1161288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STAR_ALIGN_MAP  (MaP)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263640" y="1399032"/>
            <a:ext cx="2194560" cy="23774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00216" y="141732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Flag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458200" y="1399032"/>
            <a:ext cx="868680" cy="23774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94776" y="141732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326880" y="1399032"/>
            <a:ext cx="2468880" cy="23774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363456" y="141732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</a:rPr>
              <a:t>Note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63640" y="1636776"/>
            <a:ext cx="219456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00216" y="1645920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--outFilterMultimapNmax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458200" y="1636776"/>
            <a:ext cx="8686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494776" y="1645920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24A148"/>
                </a:solidFill>
                <a:latin typeface="Courier New"/>
              </a:rPr>
              <a:t>star_multimap_nmax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326880" y="1636776"/>
            <a:ext cx="24688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363456" y="1645920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Max multi-mapping loci (user param).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263640" y="1869948"/>
            <a:ext cx="219456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00216" y="1879092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--outFilterMismatchNmax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58200" y="1869948"/>
            <a:ext cx="8686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94776" y="1879092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999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326880" y="1869948"/>
            <a:ext cx="24688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363456" y="1879092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Effectively unlimited.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63640" y="2103120"/>
            <a:ext cx="219456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00216" y="2112264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--outFilterMismatchNoverReadLmax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458200" y="2103120"/>
            <a:ext cx="8686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494776" y="2112264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0.15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326880" y="2103120"/>
            <a:ext cx="24688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363456" y="2112264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≤15% of read length may mismatch (lenient; suits MaP mutations).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263640" y="2336292"/>
            <a:ext cx="219456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0216" y="2345436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--alignSJoverhangMin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458200" y="2336292"/>
            <a:ext cx="8686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494776" y="2345436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326880" y="2336292"/>
            <a:ext cx="24688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363456" y="2345436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Minimum unannotated SJ overhang.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63640" y="2569464"/>
            <a:ext cx="219456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00216" y="2578608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--alignSJDBoverhangMin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458200" y="2569464"/>
            <a:ext cx="8686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494776" y="2578608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326880" y="2569464"/>
            <a:ext cx="24688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363456" y="2578608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Minimum annotated SJ overhang.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263640" y="2802636"/>
            <a:ext cx="219456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300216" y="2811780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--alignIntronMin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458200" y="2802636"/>
            <a:ext cx="8686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494776" y="2811780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20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326880" y="2802636"/>
            <a:ext cx="24688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363456" y="2811780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Minimum intron size.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263640" y="3035808"/>
            <a:ext cx="219456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300216" y="3044952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--alignIntronMax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458200" y="3035808"/>
            <a:ext cx="8686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494776" y="3044952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1 000 000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326880" y="3035808"/>
            <a:ext cx="24688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363456" y="3044952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Maximum intron size.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63640" y="3268980"/>
            <a:ext cx="219456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00216" y="3278124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--alignMatesGapMax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458200" y="3268980"/>
            <a:ext cx="8686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494776" y="3278124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1 000 000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326880" y="3268980"/>
            <a:ext cx="24688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363456" y="3278124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Maximum gap between paired mates.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263640" y="3502152"/>
            <a:ext cx="219456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00216" y="3511296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--alignEndsType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458200" y="3502152"/>
            <a:ext cx="8686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494776" y="3511296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Local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326880" y="3502152"/>
            <a:ext cx="24688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363456" y="3511296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Soft-clipping allowed; suits MaP reads with terminal adducts.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263640" y="3735324"/>
            <a:ext cx="219456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300216" y="3744468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--outFilterScoreMinOverLread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458200" y="3735324"/>
            <a:ext cx="8686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494776" y="3744468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0.15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326880" y="3735324"/>
            <a:ext cx="24688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363456" y="3744468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Minimum alignment score as fraction of read length.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263640" y="3968496"/>
            <a:ext cx="219456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300216" y="3977640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--outFilterMatchNminOverLread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458200" y="3968496"/>
            <a:ext cx="8686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494776" y="3977640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0.15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326880" y="3968496"/>
            <a:ext cx="24688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363456" y="3977640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Minimum matched bases as fraction of read length.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263640" y="4201668"/>
            <a:ext cx="219456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300216" y="4210812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--outSAMprimaryFlag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458200" y="4201668"/>
            <a:ext cx="8686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494776" y="4210812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AllBestScore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326880" y="4201668"/>
            <a:ext cx="24688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363456" y="4210812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All equal-score alignments marked as primary.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263640" y="4434840"/>
            <a:ext cx="219456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0216" y="4443984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--outSAMattributes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458200" y="4434840"/>
            <a:ext cx="8686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494776" y="4443984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All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326880" y="4434840"/>
            <a:ext cx="2468880" cy="233172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363456" y="4443984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All available SAM attributes written.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263640" y="4668012"/>
            <a:ext cx="219456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00216" y="4677156"/>
            <a:ext cx="21488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  <a:latin typeface="Courier New"/>
              </a:rPr>
              <a:t>--sjdbOverhang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458200" y="4668012"/>
            <a:ext cx="8686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494776" y="4677156"/>
            <a:ext cx="8229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24A148"/>
                </a:solidFill>
                <a:latin typeface="Courier New"/>
              </a:rPr>
              <a:t>star_map_sjdb_overhang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326880" y="4668012"/>
            <a:ext cx="2468880" cy="233172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363456" y="4677156"/>
            <a:ext cx="242316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1A2E"/>
                </a:solidFill>
              </a:rPr>
              <a:t>Splice-junction overhang for index (user param).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Alignment — Bowtie / Bowtie2 (transcriptome route)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170432"/>
            <a:ext cx="2670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43000"/>
            <a:ext cx="118872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170432"/>
            <a:ext cx="11155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43000"/>
            <a:ext cx="7616952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170432"/>
            <a:ext cx="7543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--bowtie2_preset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1732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42646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--very-sensitive-local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41732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2646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Bowtie2 preset (--local -N 0 -D 20 -R 3 -L 20 -i S,1,0.50).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5963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6878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--bowtie2_N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65963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66878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65963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66878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Bowtie2 seed mismatches (-N).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90195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91109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--bowtie2_D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90195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91109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90195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91109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Bowtie2 max seed extension attempts (-D).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4426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15341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--bowtie2_R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14426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15341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14426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15341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Bowtie2 max re-seeding attempts (-R).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38658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39572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--bowtie2_mp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38658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239572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6,2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38658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239572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Bowtie2 mismatch penalties max,min (--mp).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628900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263804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--bowtie2_dpad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2628900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263804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2628900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263804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Bowtie2 DP table padding (--dpad).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871216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88036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--bowtie2_rdg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2871216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288036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5,3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60" y="2871216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288036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Bowtie2 read gap open,extend penalties (--rdg).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113532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312267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--bowtie2_rfg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3113532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312267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5,3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0" y="3113532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312267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Bowtie2 reference gap open,extend penalties (--rfg).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3355848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336499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--bowtie2_softclip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40" y="3355848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0" y="336499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60" y="3355848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7680" y="336499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Enable Bowtie2 local alignment mode (--local).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598164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360730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--bowtie2_ma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63240" y="3598164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08960" y="360730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51960" y="3598164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0" y="360730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Bowtie2 match bonus used with --local (--ma).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384048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384962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--bowtie2_dovetail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63240" y="384048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8960" y="384962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51960" y="384048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80" y="384962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Allow dovetailing mates (--dovetail).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08279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09194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--bowtie_norc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63240" y="408279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08960" y="409194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51960" y="408279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80" y="409194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Align to forward strand only (--norc).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432511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433425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--bowtie_nofw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63240" y="432511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08960" y="433425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51960" y="432511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97680" y="433425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Align to reverse strand only (--nofw); use for antisense cDNA (e.g. DMS-MaP-seq SE).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456742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457657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--bowtie_k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63240" y="456742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08960" y="457657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51960" y="456742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97680" y="457657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Report up to N alignments per read (-k).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" y="480974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481888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--bowtie_all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063240" y="480974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108960" y="481888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251960" y="480974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97680" y="481888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Report all valid alignments (-a).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5052060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5760" y="506120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--bowtie_n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063240" y="5052060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108960" y="506120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51960" y="5052060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97680" y="506120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Bowtie v1 seed-mismatch mode (-n), 0–3.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20040" y="5294376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65760" y="530352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--bowtie_v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063240" y="5294376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108960" y="530352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251960" y="5294376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297680" y="530352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Bowtie v1 total-mismatch mode (-v), 0–3. Unset = use -n mode.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0040" y="5536692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554583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--bowtie_max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063240" y="5536692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108960" y="554583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251960" y="5536692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297680" y="554583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Bowtie v1 suppress reads mapping to &gt;N loci (-m).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20040" y="5779008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65760" y="578815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--bowtie_chunkmbs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063240" y="5779008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108960" y="578815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512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251960" y="5779008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297680" y="578815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Bowtie v1 memory chunk size (--chunkmbs, MB).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6021324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5760" y="603046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--bowtie_seedlen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063240" y="6021324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108960" y="603046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251960" y="6021324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297680" y="603046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Seed length (-l/-L) for Bowtie/Bowtie2. Unset = tool default.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20040" y="626364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65760" y="627278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--bowtie_trim5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063240" y="626364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108960" y="627278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251960" y="626364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297680" y="627278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Trim N bases from 5′ read end before alignment (--trim5).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20040" y="650595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65760" y="651510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--bowtie_trim3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063240" y="650595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108960" y="651510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251960" y="650595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297680" y="651510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Trim N bases from 3′ read end before alignment (--trim3).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20040" y="674827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65760" y="675741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--bowtie_mapping_params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063240" y="674827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108960" y="675741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251960" y="674827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297680" y="675741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Extra flags appended to Bowtie/Bowtie2 command verbatim.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20040" y="699058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65760" y="699973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--bowtie_manual_only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063240" y="699058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108960" y="699973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251960" y="699058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297680" y="699973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Use only --bowtie_mapping_params; ignore all other Bowtie flags.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rf-count — General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170432"/>
            <a:ext cx="2670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43000"/>
            <a:ext cx="118872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170432"/>
            <a:ext cx="11155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43000"/>
            <a:ext cx="7616952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170432"/>
            <a:ext cx="7543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--rfcount_strandedness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1732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42646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unstranded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41732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2646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Library strand for rf-count-genome when RSeQC cannot infer it (viral/bacterial refs).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5963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6878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--rfcount_trim_5prime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65963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66878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65963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66878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Bases to trim from 5′ read end in rf-count (-t5).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90195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91109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--rfcount_primary_only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90195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91109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90195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91109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Use only primary alignments (--primary-only).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4426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15341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--rfcount_discard_clipped_reads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14426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15341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14426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15341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Discard reads with excessive end clipping.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38658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39572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--rfcount_paired_only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38658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239572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38658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239572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Paired-end: use only reads with both mates mapped.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628900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263804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--rfcount_properly_paired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2628900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263804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2628900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263804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Paired-end: use only properly paired reads.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871216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88036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--rfcount_genome_block_size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2871216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288036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100000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60" y="2871216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288036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Per-chromosome memory block size for rf-count-genome (-bs).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113532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312267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--rfcount_genome_samtools_threads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3113532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312267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0" y="3113532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312267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SAMtools threads per CPU instance in rf-count-genome (-wt).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3355848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336499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--rfcount_genome_map_quality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40" y="3355848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0" y="336499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60" y="3355848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7680" y="336499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Minimum MAPQ to include in rf-count-genome (0 = keep all alignments).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598164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360730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--rfcount_mask_file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63240" y="3598164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08960" y="360730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51960" y="3598164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0" y="360730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Mask file for rf-count (--mask-file).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384048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384962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--rfrctools_gtf_feature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63240" y="384048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8960" y="384962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exon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51960" y="384048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80" y="384962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GTF feature type extracted by rf-rctools (-f).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08279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09194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--rfrctools_gtf_attribute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63240" y="408279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08960" y="409194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transcript_id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51960" y="408279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80" y="409194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GTF attribute used as RC entry ID by rf-rctools (-b).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432511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433425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--rfnorm_prefilter_min_coverage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63240" y="432511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08960" y="433425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51960" y="432511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97680" y="433425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Genome route: minimum per-position coverage to retain a transcript after extraction.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rf-count — MaP Mode Options  (principle = MaP)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170432"/>
            <a:ext cx="2670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43000"/>
            <a:ext cx="118872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170432"/>
            <a:ext cx="11155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43000"/>
            <a:ext cx="7616952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170432"/>
            <a:ext cx="7543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--rfcount_map_min_quality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1732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42646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41732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2646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Minimum Phred+33 base quality to count a mutation (--min-quality).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5963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6878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--rfcount_map_median_quality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65963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66878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65963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66878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Discard reads with median base quality below this (-eq).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90195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91109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--rfcount_map_eval_surrounding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90195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91109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4A148"/>
                </a:solidFill>
              </a:rPr>
              <a:t>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90195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91109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Also evaluate quality of ±1 nt surrounding each mutation (-es).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4426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15341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--rfcount_map_collapse_consecutive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14426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15341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4A148"/>
                </a:solidFill>
              </a:rPr>
              <a:t>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14426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15341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Collapse consecutive mutations/indels into one event.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38658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39572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--rfcount_map_max_collapse_distance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38658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239572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38658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239572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Max distance between mutations to collapse (--max-collapse-distance).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628900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263804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--rfcount_map_no_insertions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2628900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263804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4A148"/>
                </a:solidFill>
              </a:rPr>
              <a:t>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2628900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263804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Ignore insertion events during mutation counting (-ni).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871216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88036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--rfcount_map_no_deletions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2871216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288036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60" y="2871216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288036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Ignore all deletion events (-nd).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113532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312267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--rfcount_map_no_ambiguous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3113532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312267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0" y="3113532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312267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Ignore ambiguously aligned deletions (-na); recommended for DMS-MaP.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3355848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336499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--rfcount_map_sort_by_read_name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40" y="3355848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0" y="336499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60" y="3355848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7680" y="336499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Pre-sort paired-end reads by name for MaP mode (--sort-by-read-name).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598164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360730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--rfcount_map_max_deletion_length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63240" y="3598164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08960" y="360730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51960" y="3598164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0" y="360730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Ignore deletions longer than N nt (-md N); set 1 to discard all multi-nt deletions.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384048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384962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--rfcount_map_discard_consecutive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63240" y="384048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8960" y="384962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51960" y="384048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80" y="384962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Discard mutations within N nt of each other (-dc N); filters artefact clusters.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08279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09194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--rfcount_map_max_edit_distance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63240" y="408279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08960" y="409194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51960" y="408279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80" y="409194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Discard reads with edit-distance frequency above this fraction (-me).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432511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433425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--rfcount_map_discard_shorter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63240" y="432511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08960" y="433425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51960" y="432511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97680" y="433425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Discard reads shorter than N nt in MaP mode (--discard-shorter).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456742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457657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--rfcount_map_discard_pair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63240" y="456742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08960" y="457657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51960" y="456742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97680" y="457657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MaP paired-end: discard non-overlapping pairs with insert &gt; N (--mm-discard-pair). RNAFramework &gt;=2.9.7.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" y="480974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481888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--rfcount_keep_mate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063240" y="480974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108960" y="481888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251960" y="480974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97680" y="481888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Paired-end: forcefully retain '5p' or '3p' mate when pair threshold triggered (-km). RNAFramework &gt;=2.9.7.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rf-norm — Normalisation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170432"/>
            <a:ext cx="2670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43000"/>
            <a:ext cx="118872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170432"/>
            <a:ext cx="11155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43000"/>
            <a:ext cx="7616952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170432"/>
            <a:ext cx="7543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--rfnorm_nan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1732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42646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1000*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41732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2646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Per-base coverage floor; positions below this reported as NaN (--nan). *=code default; reduce (e.g. 500) if few bases appear reactive.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5963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6878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--rfnorm_chunk_size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65963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66878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65963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66878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Split RC into chunks of N transcripts before rf-norm (scatter-gather). Usually unneeded; use if covered set is very large.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90195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91109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--rfnorm_mean_coverage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90195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91109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90195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91109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Discard transcripts with mean coverage below this (--mean-coverage).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4426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15341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--rfnorm_median_coverage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14426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15341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14426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15341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Discard transcripts with median coverage below this (--median-coverage).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38658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39572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--rfnorm_prefilter_min_coverage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38658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239572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38658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239572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Genome route: discard transcripts with no position ≥ this coverage before rf-norm.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628900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263804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--rfnorm_normfactor_min_coverage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2628900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263804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1000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2628900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263804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rf-normfactor minimum coverage per base for cross-experiment factor calculation.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871216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88036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--rfnorm_use_normfactor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2871216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288036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60" y="2871216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288036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Auto (unset): cross-experiment normalisation when &gt;1 treated sample per reference. Force true/false.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113532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312267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--rfnorm_score_method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3113532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312267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0" y="3113532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312267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Override scoring method: 1=Ding, 2=Rouskin, 3=Siegfried, 4=Zubradt (auto-selected from principle+controls).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3355848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336499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--rfnorm_norm_method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40" y="3355848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0" y="336499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60" y="3355848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7680" y="336499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Override normalisation method: 1=2-8%, 2=90% Winsorizing, 3=Box-plot, 4=Mitchell.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598164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360730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--rfnorm_reactive_bases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63240" y="3598164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08960" y="360730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51960" y="3598164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0" y="360730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Reactive bases for window selection (e.g. 'AC' for DMS; auto-set from method).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384048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384962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--rfnorm_norm_window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63240" y="384048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8960" y="384962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51960" y="384048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80" y="384962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Normalisation window size (--norm-window); 50 for DMS by default.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08279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09194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--rfnorm_dynamic_window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63240" y="408279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08960" y="409194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51960" y="408279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80" y="409194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Dynamic normalisation window (--dynamic-window); auto-enabled for DMS.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432511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433425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--rfnorm_remap_reactivities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63240" y="432511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08960" y="433425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51960" y="432511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97680" y="433425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Remap reactivities to 0–1 range (Zarringhalam et al.).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456742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457657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--rfnorm_norm_independent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63240" y="456742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08960" y="457657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51960" y="456742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97680" y="457657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Normalise each reactive base class independently.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" y="480974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481888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--rfnorm_ignore_lower_than_untreated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063240" y="480974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108960" y="481888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251960" y="480974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97680" y="481888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Set reactivities lower than untreated to 0 (Ding/Siegfried).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5052060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5760" y="506120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--rfnorm_raw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063240" y="5052060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108960" y="506120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51960" y="5052060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97680" y="506120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Output raw reactivities without normalisation.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20040" y="5294376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65760" y="530352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--rfnorm_pseudocount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063240" y="5294376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108960" y="530352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251960" y="5294376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297680" y="530352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Pseudocount for Ding scoring.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0040" y="5536692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554583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--rfnorm_max_score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063240" y="5536692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108960" y="554583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251960" y="5536692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297680" y="554583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Maximum allowed score (caps outliers in Ding scoring).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20040" y="5779008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65760" y="578815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--rfnorm_max_untreated_mut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063240" y="5779008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108960" y="578815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251960" y="5779008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297680" y="578815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Max untreated mutation rate threshold for Siegfried scoring.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6021324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5760" y="603046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--rfnorm_max_mutation_rate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063240" y="6021324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108960" y="603046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251960" y="6021324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297680" y="603046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Max mutation rate for MaP scoring methods.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20040" y="626364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65760" y="627278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--rfnorm_norm_factor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063240" y="626364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108960" y="627278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251960" y="626364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297680" y="627278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Fixed normalisation factor (or two comma-separated values for 90% Winsorizing).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rf-jackknife — Calibration (optional)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170432"/>
            <a:ext cx="2670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43000"/>
            <a:ext cx="118872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170432"/>
            <a:ext cx="11155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43000"/>
            <a:ext cx="7616952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170432"/>
            <a:ext cx="7543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--jackknife_reference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1732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42646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41732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2646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Path to reference .db structure file. Enables rf-jackknife when 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5963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6878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--stop_after_jackknife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65963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66878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65963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66878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Stop pipeline after rf-jackknife; skip rf-fold and downstream steps.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90195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91109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--rfjackknife_slope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90195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91109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0,5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90195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91109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Slope range for grid search (-sl).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4426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15341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--rfjackknife_intercept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14426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15341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-3,0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14426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15341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Intercept range for grid search (-in).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38658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39572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--rfjackknife_slope_step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38658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239572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0.2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38658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239572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Step size for slope grid search (-ss).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628900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263804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--rfjackknife_intercept_step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2628900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263804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0.2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2628900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263804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Step size for intercept grid search (-is).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871216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88036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--rfjackknife_pool_all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2871216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288036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4A148"/>
                </a:solidFill>
              </a:rPr>
              <a:t>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60" y="2871216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288036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Pool all sample groups into a single rf-jackknife run.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113532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312267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--rfjackknife_mfmi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3113532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312267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0" y="3113532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312267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Use modified FMI (Lan et al. 2022) instead of standard FMI (-m).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3355848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336499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--rfjackknife_relaxed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40" y="3355848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0" y="336499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60" y="3355848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7680" y="336499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Use relaxed FMI criteria (Deigan et al. 2009) (-x).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598164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360730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--rfjackknife_keep_lonelypairs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63240" y="3598164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08960" y="360730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4A148"/>
                </a:solidFill>
              </a:rPr>
              <a:t>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51960" y="3598164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0" y="360730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Retain lonely base-pairs (1 bp helices) in reference structure (-kl).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384048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384962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--rfjackknife_keep_pseudoknots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63240" y="384048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8960" y="384962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51960" y="384048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80" y="384962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Retain pseudoknotted pairs in FMI comparison (-kp). Off: rf-fold can't predict them.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08279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09194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--rfjackknife_only_common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63240" y="408279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08960" y="409194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51960" y="408279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80" y="409194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Only use transcripts present in all replicates (-oc).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432511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433425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--rfjackknife_img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63240" y="432511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08960" y="433425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51960" y="432511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97680" y="433425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Generate R heatmap of grid-search results (-g).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456742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457657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--rfjackknife_rf_fold_params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63240" y="456742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08960" y="457657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-md 600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51960" y="456742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97680" y="457657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Extra rf-fold params passed inside rf-jackknife (-rp).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rf-fold — Structure Folding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170432"/>
            <a:ext cx="2670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43000"/>
            <a:ext cx="118872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170432"/>
            <a:ext cx="11155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43000"/>
            <a:ext cx="7616952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170432"/>
            <a:ext cx="7543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--rffold_slope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1732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42646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4.2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41732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2646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Slope for reactivity→folding-constraint conversion (-sl). Auto-overridden after jackknife.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5963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6878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--rffold_intercept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65963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66878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-1.4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65963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66878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Intercept for reactivity→folding-constraint conversion (-in). Auto-overridden after jackknife.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90195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91109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--rffold_window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90195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91109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4A148"/>
                </a:solidFill>
              </a:rPr>
              <a:t>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90195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91109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Enable windowed folding (-w); prevents O(n³) cost on long transcripts.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4426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15341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--rffold_dotplot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14426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15341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4A148"/>
                </a:solidFill>
              </a:rPr>
              <a:t>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14426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15341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Generate dot plots (-d).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38658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39572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--rffold_shannon_entropy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38658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239572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4A148"/>
                </a:solidFill>
              </a:rPr>
              <a:t>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38658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239572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Compute Shannon entropy (-sh); required for browser tracks and rf-structextract.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628900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263804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--rffold_unconstrained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2628900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263804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2628900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263804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Fold without reactivity constraints (-u).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871216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88036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--rffold_ct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2871216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288036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60" y="2871216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288036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Write CT format output in addition to dot-bracket.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113532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312267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--rffold_vienna_no_lonely_pairs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3113532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312267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0" y="3113532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312267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Disallow lonely base-pairs in ViennaRNA.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3355848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336499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--rffold_vienna_constrained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40" y="3355848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0" y="336499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60" y="3355848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7680" y="336499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Use ViennaRNA hard constraints.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598164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360730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--rffold_vienna_max_bp_span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63240" y="3598164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08960" y="360730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51960" y="3598164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0" y="360730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Maximum base-pair span (nt) for ViennaRNA folding.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384048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384962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--rffold_vienna_bp_span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63240" y="384048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8960" y="384962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51960" y="384048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80" y="384962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Minimum base-pair span (nt) for ViennaRNA folding.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08279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09194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--rffold_only_common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63240" y="408279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08960" y="409194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51960" y="408279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80" y="409194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Only fold transcripts present in ≥ N replicate XML files.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432511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433425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--rffold_fold_constraint_file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63240" y="432511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08960" y="433425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51960" y="432511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97680" y="433425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Constraint file for allowed base-pairing positions (-fc).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456742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457657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--rffold_unpaired_constraint_file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63240" y="456742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08960" y="457657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51960" y="456742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97680" y="457657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Constraint file for required unpaired positions (-uc).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" y="480974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481888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--rffold_img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063240" y="480974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108960" y="481888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251960" y="480974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97680" y="481888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Generate ViennaRNA RNAplot structure diagrams via rf-fold (-g). Slow on large transcriptomes.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rf-eval — Structure Evaluation (optional)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170432"/>
            <a:ext cx="2670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43000"/>
            <a:ext cx="118872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170432"/>
            <a:ext cx="11155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43000"/>
            <a:ext cx="7616952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170432"/>
            <a:ext cx="7543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--rfeval_reference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1732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42646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41732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2646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Path to reference .db structure file. Enables rf-eval when 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5963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6878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--rfeval_reactivity_cutoff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65963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66878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0.7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65963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66878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Reactivity threshold to classify a base as highly reactive (-c).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90195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91109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--rfeval_ignore_terminal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90195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91109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90195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91109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Exclude terminal base-pairs from evaluation (-it).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4426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15341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--rfeval_keep_pseudoknots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14426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15341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14426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15341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Retain pseudoknotted pairs in rf-eval comparison.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38658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39572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--rfeval_keep_lonelypairs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38658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239572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38658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239572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Retain lonely/isolated base-pairs in rf-eval comparison.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628900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263804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--rfeval_img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2628900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263804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2628900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263804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Generate R metric plots in rf-eval (-g).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rf-structextract — Motif Extraction (optional)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170432"/>
            <a:ext cx="2670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43000"/>
            <a:ext cx="118872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170432"/>
            <a:ext cx="11155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43000"/>
            <a:ext cx="7616952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170432"/>
            <a:ext cx="7543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1732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42646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41732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2646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Enable rf-structextract to pull high-confidence structural motifs from rf-fold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5963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6878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--structextract_win_size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65963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66878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65963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66878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Window size (nt) for median reactivity/Shannon calculations (-w).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90195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91109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--structextract_min_transcript_len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90195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91109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500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90195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91109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Skip low-reactivity/Shannon evaluation for transcripts shorter than this.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4426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15341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--structextract_min_value_frac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14426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15341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0.4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14426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15341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Windows with &lt; this fraction of covered bases set to NaN (-mv).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38658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39572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--structextract_min_below_median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38658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239572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0.7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38658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239572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Minimum fraction of bases with Shannon + reactivity below transcript median (-mb).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628900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263804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--structextract_min_paired_frac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2628900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263804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0.45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2628900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263804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Discard elements with &lt; this fraction of paired bases (-mp).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871216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88036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--structextract_min_motif_len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2871216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288036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60" y="2871216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288036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Discard structural elements shorter than this (nt) (-mm).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113532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312267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--structextract_max_motif_len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3113532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312267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0" y="3113532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312267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Discard elements longer than this (nt) (-xm). Unset = no limit.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3355848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336499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--structextract_max_loop_size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40" y="3355848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0" y="336499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60" y="3355848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7680" y="336499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Discard elements with a loop larger than this (nt) (-xl). Unset = no limit.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598164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360730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--structextract_ignore_react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63240" y="3598164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08960" y="360730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51960" y="3598164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0" y="360730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Skip low-reactivity evaluation (-ir).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384048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384962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--structextract_ignore_shannon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63240" y="384048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8960" y="384962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51960" y="384048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80" y="384962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Skip low-Shannon evaluation (-is).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08279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09194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--structextract_multiway_only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63240" y="408279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08960" y="409194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51960" y="408279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80" y="409194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Only report elements containing multiway junctions (-mo).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040" y="432511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433425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--structextract_one_per_file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63240" y="432511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08960" y="433425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51960" y="432511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97680" y="433425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Write each extracted element to a separate file (-opf).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456742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457657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--structextract_eval_energy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63240" y="456742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08960" y="457657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51960" y="456742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97680" y="457657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Only report elements with significantly low free energy (-ee).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" y="480974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481888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--structextract_pvalue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063240" y="480974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108960" y="481888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0.05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251960" y="480974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97680" y="481888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P-value threshold for energy significance (requires --structextract_eval_energy).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5052060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5760" y="506120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--structextract_n_shufflings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063240" y="5052060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108960" y="506120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1A2E"/>
                </a:solidFill>
              </a:rPr>
              <a:t>100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51960" y="5052060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97680" y="506120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Sequence shufflings for energy significance evaluation (-ns).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20040" y="5294376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65760" y="530352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--structextract_dinucl_shuffle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063240" y="5294376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108960" y="530352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251960" y="5294376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297680" y="530352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Preserve dinucleotide frequencies during shuffling (-ds).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0040" y="5536692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554583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  <a:latin typeface="Courier New"/>
              </a:rPr>
              <a:t>--structextract_plot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063240" y="5536692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108960" y="554583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4A148"/>
                </a:solidFill>
              </a:rPr>
              <a:t>ON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251960" y="5536692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297680" y="554583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A1A2E"/>
                </a:solidFill>
              </a:rPr>
              <a:t>Render an SVG diagram per extracted motif via ViennaRNA RNAplot, coloured by reactivity.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rf-correlate &amp; Browser Tracks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74320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1170432"/>
            <a:ext cx="26700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143000"/>
            <a:ext cx="1188720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170432"/>
            <a:ext cx="11155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43000"/>
            <a:ext cx="7616952" cy="274320"/>
          </a:xfrm>
          <a:prstGeom prst="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170432"/>
            <a:ext cx="7543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--correlate_replicates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17320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42646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4A148"/>
                </a:solidFill>
              </a:rPr>
              <a:t>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417320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2646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Run rf-correlate on replicate groups with &gt;1 replicate (QC in MultiQC).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59636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66878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--correlate_spearman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659636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66878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659636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66878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Use Spearman instead of Pearson correlation (-S).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901952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91109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--correlate_min_values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1901952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91109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901952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91109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Minimum values (or fraction of length) required to compute a correlation.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44268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15341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--correlate_ignore_sequence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2144268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15341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2144268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15341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Ignore sequence differences (SNVs) between compared transcripts.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386584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395728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--correlate_img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386584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2395728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888888"/>
                </a:solidFill>
              </a:rPr>
              <a:t>OFF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2386584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2395728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Generate correlation heatmap PDF (requires R).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628900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2638044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--rfwiggle_report_zeroes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2628900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2638044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4A148"/>
                </a:solidFill>
              </a:rPr>
              <a:t>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2628900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2638044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Report zero-reactivity positions in WIG/BigWig (fills genome-browser gaps).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871216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880360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--rfwiggle_keep_bases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2871216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2880360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51960" y="2871216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2880360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Restrict WIG output to specific IUPAC bases (e.g. 'AC' for DMS). Default: all.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113532"/>
            <a:ext cx="274320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3122676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--r2dt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3113532"/>
            <a:ext cx="1188720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3122676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24A148"/>
                </a:solidFill>
              </a:rPr>
              <a:t>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0" y="3113532"/>
            <a:ext cx="7616952" cy="242316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3122676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Generate template-based 2D diagrams using R2DT, coloured by reactivity.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3355848"/>
            <a:ext cx="274320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3364992"/>
            <a:ext cx="267919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  <a:latin typeface="Courier New"/>
              </a:rPr>
              <a:t>--r2dt_container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40" y="3355848"/>
            <a:ext cx="1188720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0" y="3364992"/>
            <a:ext cx="1124712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pinned SHA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60" y="3355848"/>
            <a:ext cx="7616952" cy="242316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97680" y="3364992"/>
            <a:ext cx="7552944" cy="2423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1A1A2E"/>
                </a:solidFill>
              </a:rPr>
              <a:t>R2DT container image (pinned; change to test a specific version).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